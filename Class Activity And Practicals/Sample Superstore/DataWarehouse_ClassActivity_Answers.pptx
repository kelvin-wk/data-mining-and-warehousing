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926080"/>
            <a:ext cx="2011680" cy="201168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 – Model Answers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Company Sales Analysis | Zetech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SCENARIO UNDERSTANDING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114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Data 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64008" cy="3840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 (POS / ERP)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" y="1399032"/>
            <a:ext cx="192024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ID, date, quantity sold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price, discount applied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channel identifier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60120"/>
            <a:ext cx="64008" cy="3840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Database (CRM)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51176" y="1399032"/>
            <a:ext cx="192024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name, contact info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(Retail / Wholesale)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tier, registration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 &amp; preferences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60120"/>
            <a:ext cx="64008" cy="3840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5736" y="1399032"/>
            <a:ext cx="192024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ID, name, category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&amp; reorder thresholds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ID, cost price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/ shelf location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103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960120"/>
            <a:ext cx="64008" cy="38404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0296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 (Bonus)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0296" y="1399032"/>
            <a:ext cx="1920240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ID, name, region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&amp; payment terms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supplied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 &amp; status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ETL PROCESS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114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7432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daily transaction exports (CSV/API)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customer profiles &amp; segment flags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product &amp; stock snapshots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Suppliers: supplier master data (CSV)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nightly batch for most sources; real-time CDC for POS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74320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TRANSFORM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536192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transaction records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date formats → YYYY-MM-DD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prices with product catalogue defaults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region codes to full region names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customer_segment column (Retail / Wholesale)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referential integrity (product IDs, store IDs)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LOAD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536192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Batch load nightly into staging area, then insert/update warehouse tables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Incremental (SCD Type 2 for slowly changing dims)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Star schema in analytical DB (e.g., Redshift / BigQuery)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Log row counts &amp; error records per run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80944" y="2606040"/>
            <a:ext cx="164592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4871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52744" y="2606040"/>
            <a:ext cx="164592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4871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– DATA MODELLING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114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60320" cy="2103120"/>
          </a:xfrm>
          <a:prstGeom prst="rect">
            <a:avLst/>
          </a:prstGeom>
          <a:solidFill>
            <a:srgbClr val="1B2A4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01568" y="2304288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quantity_sold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unit_price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discount_amount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7160" y="1920240"/>
            <a:ext cx="2057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920240"/>
            <a:ext cx="2057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19659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" y="2304288"/>
            <a:ext cx="1947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date_key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47872" y="4251960"/>
            <a:ext cx="2057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47872" y="4251960"/>
            <a:ext cx="2057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4297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Product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21024" y="4636008"/>
            <a:ext cx="19476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product_key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unit_cost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920240"/>
            <a:ext cx="2057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920240"/>
            <a:ext cx="2057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9659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Location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76872" y="2304288"/>
            <a:ext cx="1947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location_key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7160" y="3749040"/>
            <a:ext cx="2057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3749040"/>
            <a:ext cx="2057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" y="3794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Customer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" y="4133088"/>
            <a:ext cx="1947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customer_key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loyalty_tier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03720" y="3749040"/>
            <a:ext cx="2057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3749040"/>
            <a:ext cx="2057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3794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Supplier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76872" y="4133088"/>
            <a:ext cx="1947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supplier_key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94560" y="2834640"/>
            <a:ext cx="10972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194560" y="4297680"/>
            <a:ext cx="1097280" cy="-1234440"/>
          </a:xfrm>
          <a:prstGeom prst="line">
            <a:avLst/>
          </a:prstGeom>
          <a:noFill/>
          <a:ln w="15240">
            <a:solidFill>
              <a:srgbClr val="F0A5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852160" y="2834640"/>
            <a:ext cx="105156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852160" y="3246120"/>
            <a:ext cx="1051560" cy="822960"/>
          </a:xfrm>
          <a:prstGeom prst="line">
            <a:avLst/>
          </a:prstGeom>
          <a:noFill/>
          <a:ln w="15240">
            <a:solidFill>
              <a:srgbClr val="F0A5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0" y="3657600"/>
            <a:ext cx="0" cy="594360"/>
          </a:xfrm>
          <a:prstGeom prst="line">
            <a:avLst/>
          </a:prstGeom>
          <a:noFill/>
          <a:ln w="15240">
            <a:solidFill>
              <a:srgbClr val="F0A500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– QUERY &amp;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114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 &amp; Sample SQL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05840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0058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region per 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256032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248716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l.region, t.month, t.year,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SUM(f.total_revenue) AS total_sales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 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DimLocation l ON f.location_key = l.location_key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DimTime t ON f.date_key = t.date_key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l.region, t.month, t.year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t.year, t.month;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60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005840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8728" y="10058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508760"/>
            <a:ext cx="256032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554480"/>
            <a:ext cx="248716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p.category,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SUM(f.total_revenue) AS revenue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 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 p ON f.product_key = p.product_key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p.product_name, p.category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005840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0528" y="10058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 per month (Practical #3)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256032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554480"/>
            <a:ext cx="248716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month, year, region, total_sales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t.month, t.year, l.region,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SUM(f.total_revenue) AS total_sales,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(PARTITION BY t.month, t.year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SUM(f.total_revenue) DESC) AS rnk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Sales 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DimTime t ON f.date_key=t.date_key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DimLocation l ON f.location_key=l.location_key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t.month,t.year,l.region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ranked WHERE rnk = 1;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– DISCUSSION &amp; REFLECTION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114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697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5860" y="105156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5860" y="11155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Challenges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377440"/>
            <a:ext cx="249631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 across source systems require careful mapping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can skew analytics if not deduplicated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vs. batch loading trade-offs (latency vs. cost)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drift: source systems change without warning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97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37660" y="1051560"/>
            <a:ext cx="731520" cy="731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7660" y="11155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9202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 Data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2377440"/>
            <a:ext cx="249631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totals arise from missing or null values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formats enable reliable joins across tables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directly impacts the credibility of decisions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= poor decisions, regardless of warehouse design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9748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09460" y="1051560"/>
            <a:ext cx="731520" cy="73152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9460" y="11155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DWH Supports Decisions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2377440"/>
            <a:ext cx="249631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across departments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enables trend analysis &amp; forecasting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BI tools (Power BI, Tableau) connect directly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aggregated queries replace slow operational DB reports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– PRACTICAL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114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Tasks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87782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64008" cy="7589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1170432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20700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1069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 Segment Column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13716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customer_segment column (Retail / Wholesale) to DimCustomer using CRM flag or purchase-volume threshold. Update ETL mapping to populate this field on every load.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819656"/>
            <a:ext cx="87782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819656"/>
            <a:ext cx="64008" cy="7589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" y="1984248"/>
            <a:ext cx="420624" cy="42062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2020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 in ETL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21854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the Transform step: instead of dropping rows with nulls, use COALESCE / fillna(). E.g., missing unit_price → product catalogue default; missing region → 'Unknown'.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633472"/>
            <a:ext cx="87782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633472"/>
            <a:ext cx="64008" cy="75895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" y="2798064"/>
            <a:ext cx="420624" cy="42062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8346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Query: Top Region per Month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window function RANK() OVER (PARTITION BY month, year ORDER BY SUM revenue DESC) to identify the single highest-revenue region for each month. (See SQL on Slide 5)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3447288"/>
            <a:ext cx="87782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447288"/>
            <a:ext cx="64008" cy="758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" y="36118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364845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Explanation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" y="38130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Sales fact table holds measurable metrics (revenue, quantity). Surrounding dimension tables (Time, Product, Location, Customer, Supplier) describe the context of each sale. FK joins enable slicing &amp; dicing.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4261104"/>
            <a:ext cx="87782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4261104"/>
            <a:ext cx="64008" cy="7589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" y="4425696"/>
            <a:ext cx="420624" cy="42062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446227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" y="4325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Suppliers Dataset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" y="462686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DimSupplier from suppliers.csv with supplier_key, supplier_id, name, region, lead_time. Add supplier_key FK to Sales fact. ETL: extract CSV → validate IDs → load into DimSupplier before fact table.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data warehouses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data into decisions.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 systems feed a single, integrated warehouse via ETL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standardised data is the foundation of reliable analytics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schemas enable fast, intuitive querying across business dimensions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window functions and aggregations unlock actionable insights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Zetech University · Data Warehouse Techniques · Class Activity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Techniques – Class Activity Answers</dc:title>
  <dc:subject>PptxGenJS Presentation</dc:subject>
  <dc:creator>PptxGenJS</dc:creator>
  <cp:lastModifiedBy>PptxGenJS</cp:lastModifiedBy>
  <cp:revision>1</cp:revision>
  <dcterms:created xsi:type="dcterms:W3CDTF">2026-03-19T07:55:33Z</dcterms:created>
  <dcterms:modified xsi:type="dcterms:W3CDTF">2026-03-19T07:55:33Z</dcterms:modified>
</cp:coreProperties>
</file>